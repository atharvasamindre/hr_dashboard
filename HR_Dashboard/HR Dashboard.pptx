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  <Relationship Id='rId27' Target='slides/slide22.xml' Type='http://schemas.openxmlformats.org/officeDocument/2006/relationships/slide' />
  <Relationship Id='rId28' Target='slides/slide2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HRDashboard_17459352886030/HRSummary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2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7' Target='../media/image21.png' Type='http://schemas.openxmlformats.org/officeDocument/2006/relationships/image' />
</Relationships>

</file>

<file path=ppt/slides/_rels/slide2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8' Target='../media/image2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B80EB37-C6D3-4927-BE5A-8104D29FA15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HR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D6A505E-DAA8-419D-AD52-497AF37D9B0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5/2/2025 6:59:52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N Hired" id="2" name="slide2">
            <a:extLst>
              <a:ext uri="{FF2B5EF4-FFF2-40B4-BE49-F238E27FC236}">
                <a16:creationId xmlns:a16="http://schemas.microsoft.com/office/drawing/2014/main" id="{72038BD8-62DA-424A-9C54-5D09EFC2D6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97" y="0"/>
            <a:ext cx="11485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N Active" id="3" name="slide3">
            <a:extLst>
              <a:ext uri="{FF2B5EF4-FFF2-40B4-BE49-F238E27FC236}">
                <a16:creationId xmlns:a16="http://schemas.microsoft.com/office/drawing/2014/main" id="{A0D83F9B-228A-404E-BBA2-E6E03643C4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97" y="0"/>
            <a:ext cx="11485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N Terminated" id="4" name="slide4">
            <a:extLst>
              <a:ext uri="{FF2B5EF4-FFF2-40B4-BE49-F238E27FC236}">
                <a16:creationId xmlns:a16="http://schemas.microsoft.com/office/drawing/2014/main" id="{D7BB49DC-4D97-416C-B26A-94C62B84A5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97" y="0"/>
            <a:ext cx="11485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red By Year" id="5" name="slide5">
            <a:extLst>
              <a:ext uri="{FF2B5EF4-FFF2-40B4-BE49-F238E27FC236}">
                <a16:creationId xmlns:a16="http://schemas.microsoft.com/office/drawing/2014/main" id="{8E4828C4-24AF-4D15-B75E-208532D7E0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97" y="0"/>
            <a:ext cx="11485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rminated By Year" id="6" name="slide6">
            <a:extLst>
              <a:ext uri="{FF2B5EF4-FFF2-40B4-BE49-F238E27FC236}">
                <a16:creationId xmlns:a16="http://schemas.microsoft.com/office/drawing/2014/main" id="{3138AE32-4929-40A4-909E-CEA04F46D3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97" y="0"/>
            <a:ext cx="11485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partments" id="7" name="slide7">
            <a:extLst>
              <a:ext uri="{FF2B5EF4-FFF2-40B4-BE49-F238E27FC236}">
                <a16:creationId xmlns:a16="http://schemas.microsoft.com/office/drawing/2014/main" id="{B1117BCB-DD18-4EB2-BF33-0EF64A2F54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63"/>
            <a:ext cx="12192000" cy="65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ob Title" id="8" name="slide8">
            <a:extLst>
              <a:ext uri="{FF2B5EF4-FFF2-40B4-BE49-F238E27FC236}">
                <a16:creationId xmlns:a16="http://schemas.microsoft.com/office/drawing/2014/main" id="{3810AE78-DAAA-4300-994F-CC7AF792E49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792"/>
            <a:ext cx="12192000" cy="473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tes" id="9" name="slide9">
            <a:extLst>
              <a:ext uri="{FF2B5EF4-FFF2-40B4-BE49-F238E27FC236}">
                <a16:creationId xmlns:a16="http://schemas.microsoft.com/office/drawing/2014/main" id="{A8ED4387-8B81-4026-818E-F37E3E992C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1705"/>
            <a:ext cx="12192000" cy="157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ties" id="10" name="slide10">
            <a:extLst>
              <a:ext uri="{FF2B5EF4-FFF2-40B4-BE49-F238E27FC236}">
                <a16:creationId xmlns:a16="http://schemas.microsoft.com/office/drawing/2014/main" id="{317C56AF-AB59-4DC4-AF57-517135EF26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6933"/>
            <a:ext cx="12192000" cy="78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cation" id="11" name="slide11">
            <a:extLst>
              <a:ext uri="{FF2B5EF4-FFF2-40B4-BE49-F238E27FC236}">
                <a16:creationId xmlns:a16="http://schemas.microsoft.com/office/drawing/2014/main" id="{5C1DED29-0720-42AC-9A4A-D0F1B1324D1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63"/>
            <a:ext cx="12192000" cy="65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 States" id="12" name="slide12">
            <a:extLst>
              <a:ext uri="{FF2B5EF4-FFF2-40B4-BE49-F238E27FC236}">
                <a16:creationId xmlns:a16="http://schemas.microsoft.com/office/drawing/2014/main" id="{4FDFB63B-4F1C-4F8D-8BAE-162E65D2613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63"/>
            <a:ext cx="12192000" cy="65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der" id="13" name="slide13">
            <a:extLst>
              <a:ext uri="{FF2B5EF4-FFF2-40B4-BE49-F238E27FC236}">
                <a16:creationId xmlns:a16="http://schemas.microsoft.com/office/drawing/2014/main" id="{ADC087AB-DF9C-4286-A4E2-03E2EE44D5C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03" y="0"/>
            <a:ext cx="11359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ge Vs Education" id="14" name="slide14">
            <a:extLst>
              <a:ext uri="{FF2B5EF4-FFF2-40B4-BE49-F238E27FC236}">
                <a16:creationId xmlns:a16="http://schemas.microsoft.com/office/drawing/2014/main" id="{18BEDD10-8725-454E-B33F-2557AE97029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591"/>
            <a:ext cx="12192000" cy="650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ge Groups" id="15" name="slide15">
            <a:extLst>
              <a:ext uri="{FF2B5EF4-FFF2-40B4-BE49-F238E27FC236}">
                <a16:creationId xmlns:a16="http://schemas.microsoft.com/office/drawing/2014/main" id="{0AEC2CE7-2A34-4A8C-BA4E-A0ECC65D131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63"/>
            <a:ext cx="12192000" cy="65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ge" id="16" name="slide16">
            <a:extLst>
              <a:ext uri="{FF2B5EF4-FFF2-40B4-BE49-F238E27FC236}">
                <a16:creationId xmlns:a16="http://schemas.microsoft.com/office/drawing/2014/main" id="{166BEBD2-E5F4-42DC-937D-070CD789934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62" y="0"/>
            <a:ext cx="10901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ucation Level" id="17" name="slide17">
            <a:extLst>
              <a:ext uri="{FF2B5EF4-FFF2-40B4-BE49-F238E27FC236}">
                <a16:creationId xmlns:a16="http://schemas.microsoft.com/office/drawing/2014/main" id="{F8AC2377-C3DB-4737-8B02-62F3D0A196C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63"/>
            <a:ext cx="12192000" cy="65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ducation Vs Performance" id="18" name="slide18">
            <a:extLst>
              <a:ext uri="{FF2B5EF4-FFF2-40B4-BE49-F238E27FC236}">
                <a16:creationId xmlns:a16="http://schemas.microsoft.com/office/drawing/2014/main" id="{0A2CE807-B643-4F58-B09B-7F63299CBCF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63"/>
            <a:ext cx="12192000" cy="65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der Vs Education Level" id="19" name="slide19">
            <a:extLst>
              <a:ext uri="{FF2B5EF4-FFF2-40B4-BE49-F238E27FC236}">
                <a16:creationId xmlns:a16="http://schemas.microsoft.com/office/drawing/2014/main" id="{A9174D31-6708-4A12-9352-6DC944BEF45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863"/>
            <a:ext cx="12192000" cy="657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ge Vs Salary" id="20" name="slide20">
            <a:extLst>
              <a:ext uri="{FF2B5EF4-FFF2-40B4-BE49-F238E27FC236}">
                <a16:creationId xmlns:a16="http://schemas.microsoft.com/office/drawing/2014/main" id="{2E4EC9BC-D759-4C98-B775-4E39D460563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97" y="0"/>
            <a:ext cx="11485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tailed" id="21" name="slide21">
            <a:extLst>
              <a:ext uri="{FF2B5EF4-FFF2-40B4-BE49-F238E27FC236}">
                <a16:creationId xmlns:a16="http://schemas.microsoft.com/office/drawing/2014/main" id="{F4265C4F-5FEA-4310-B361-CAA2A26EE29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566" y="0"/>
            <a:ext cx="398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R| Summary" id="22" name="slide22">
            <a:extLst>
              <a:ext uri="{FF2B5EF4-FFF2-40B4-BE49-F238E27FC236}">
                <a16:creationId xmlns:a16="http://schemas.microsoft.com/office/drawing/2014/main" id="{599D6E71-8E68-46D1-A7E2-A57195754DD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5" y="0"/>
            <a:ext cx="120066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R| Details" id="23" name="slide23">
            <a:extLst>
              <a:ext uri="{FF2B5EF4-FFF2-40B4-BE49-F238E27FC236}">
                <a16:creationId xmlns:a16="http://schemas.microsoft.com/office/drawing/2014/main" id="{A49FEB90-F0EA-450E-93A4-6B7D5EF43F3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5" y="0"/>
            <a:ext cx="120066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2025-05-02T06:59:58Z</dcterms:created>
  <dcterms:modified xsi:type="dcterms:W3CDTF">2025-05-02T06:59:58Z</dcterms:modified>
</cp:coreProperties>
</file>