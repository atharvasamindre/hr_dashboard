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SalesCustomerDashboards_17461165153840/CustomerDashboard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3E2232B-355C-4DA4-9AB6-C5FF2C5B662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Sales &amp; Customer Dashboards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29AA724-CA01-4780-9A14-1EEFBCBC98F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5/1/2025 4:53:12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Sales" id="2" name="slide2">
            <a:extLst>
              <a:ext uri="{FF2B5EF4-FFF2-40B4-BE49-F238E27FC236}">
                <a16:creationId xmlns:a16="http://schemas.microsoft.com/office/drawing/2014/main" id="{95A5142E-AC5B-46D7-915A-F22D919C6F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393" y="0"/>
            <a:ext cx="8999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Profit" id="3" name="slide3">
            <a:extLst>
              <a:ext uri="{FF2B5EF4-FFF2-40B4-BE49-F238E27FC236}">
                <a16:creationId xmlns:a16="http://schemas.microsoft.com/office/drawing/2014/main" id="{9F7F864F-D691-4331-93EA-46B7B00DDF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393" y="0"/>
            <a:ext cx="8999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Quantity" id="4" name="slide4">
            <a:extLst>
              <a:ext uri="{FF2B5EF4-FFF2-40B4-BE49-F238E27FC236}">
                <a16:creationId xmlns:a16="http://schemas.microsoft.com/office/drawing/2014/main" id="{E87E32C2-4416-43F7-8E29-B52821BAFA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393" y="0"/>
            <a:ext cx="8999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bcategory Comparison" id="5" name="slide5">
            <a:extLst>
              <a:ext uri="{FF2B5EF4-FFF2-40B4-BE49-F238E27FC236}">
                <a16:creationId xmlns:a16="http://schemas.microsoft.com/office/drawing/2014/main" id="{09F27CE9-5CBE-42C3-9DAD-DBB33DDE07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604010"/>
            <a:ext cx="11201400" cy="364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eekly Trends" id="6" name="slide6">
            <a:extLst>
              <a:ext uri="{FF2B5EF4-FFF2-40B4-BE49-F238E27FC236}">
                <a16:creationId xmlns:a16="http://schemas.microsoft.com/office/drawing/2014/main" id="{00A86E0B-6150-42B8-81BB-527029F2C8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318" y="0"/>
            <a:ext cx="96853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gend Subcategory" id="7" name="slide7">
            <a:extLst>
              <a:ext uri="{FF2B5EF4-FFF2-40B4-BE49-F238E27FC236}">
                <a16:creationId xmlns:a16="http://schemas.microsoft.com/office/drawing/2014/main" id="{D10DFD96-B967-4363-9599-8E748F9A99B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121" y="0"/>
            <a:ext cx="9787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gend KPI" id="8" name="slide8">
            <a:extLst>
              <a:ext uri="{FF2B5EF4-FFF2-40B4-BE49-F238E27FC236}">
                <a16:creationId xmlns:a16="http://schemas.microsoft.com/office/drawing/2014/main" id="{80336ECD-57F7-4F12-BAD7-16B62AC649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121" y="0"/>
            <a:ext cx="9787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Customers" id="9" name="slide9">
            <a:extLst>
              <a:ext uri="{FF2B5EF4-FFF2-40B4-BE49-F238E27FC236}">
                <a16:creationId xmlns:a16="http://schemas.microsoft.com/office/drawing/2014/main" id="{4B27F089-4417-4DE5-BE49-E66E9DDE92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860" y="0"/>
            <a:ext cx="94702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Sales Per Customers" id="10" name="slide10">
            <a:extLst>
              <a:ext uri="{FF2B5EF4-FFF2-40B4-BE49-F238E27FC236}">
                <a16:creationId xmlns:a16="http://schemas.microsoft.com/office/drawing/2014/main" id="{1E4B9A40-2111-498C-8486-F717A9B1029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92" y="0"/>
            <a:ext cx="91032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Orders" id="11" name="slide11">
            <a:extLst>
              <a:ext uri="{FF2B5EF4-FFF2-40B4-BE49-F238E27FC236}">
                <a16:creationId xmlns:a16="http://schemas.microsoft.com/office/drawing/2014/main" id="{5356CB0D-D629-4142-B8D3-EE6CD961A5A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08" y="0"/>
            <a:ext cx="9298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Distribution" id="12" name="slide12">
            <a:extLst>
              <a:ext uri="{FF2B5EF4-FFF2-40B4-BE49-F238E27FC236}">
                <a16:creationId xmlns:a16="http://schemas.microsoft.com/office/drawing/2014/main" id="{AB1B0EE3-E297-4228-A564-30F500549CA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241" y="0"/>
            <a:ext cx="43355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Customers" id="13" name="slide13">
            <a:extLst>
              <a:ext uri="{FF2B5EF4-FFF2-40B4-BE49-F238E27FC236}">
                <a16:creationId xmlns:a16="http://schemas.microsoft.com/office/drawing/2014/main" id="{F479A27A-F7C5-45E6-875D-AB7710B71AA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850" y="2266950"/>
            <a:ext cx="46863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Dashboard" id="14" name="slide14">
            <a:extLst>
              <a:ext uri="{FF2B5EF4-FFF2-40B4-BE49-F238E27FC236}">
                <a16:creationId xmlns:a16="http://schemas.microsoft.com/office/drawing/2014/main" id="{6503E7D9-D37A-4C00-8C7B-43090F86991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784" y="0"/>
            <a:ext cx="102904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Dashboard" id="15" name="slide15">
            <a:extLst>
              <a:ext uri="{FF2B5EF4-FFF2-40B4-BE49-F238E27FC236}">
                <a16:creationId xmlns:a16="http://schemas.microsoft.com/office/drawing/2014/main" id="{7748C2A0-89F7-40DD-A3DB-651F6E36536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784" y="0"/>
            <a:ext cx="102904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2025-05-01T16:53:12Z</dcterms:created>
  <dcterms:modified xsi:type="dcterms:W3CDTF">2025-05-01T16:53:12Z</dcterms:modified>
</cp:coreProperties>
</file>